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自我介绍两句：程序员，写了 300 篇 AI 学习笔记的公众号，家里两台小超算天天跑模型。不是 AI 专家，是每天跟它打交道的人。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收两三个回答，记在纸上。收尾时用讲过的机制各解释一句。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全场就这一句。三条脉络的落点都回到这里。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 年 ChatGPT 那一波。老师熟悉的类比：背课文接龙。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老师提的「AI 常识错误」在这里接。让它讲三维世界，跟让人讲四维空间一样。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推论：让它看试卷照片识别手写，能认，但细节会漏；先转成文字再问，比直接问图靠谱。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先问一句：你猜是不是？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171 个情绪方向，第一主成分对应「好受还是难受」，跟心理学的情绪环状模型对得上——没人教它，是它自己从人写的文字里长出来的。</a:t>
            </a:r>
          </a:p>
          <a:p>
            <a:r>
              <a:t>⚠️ 不描述压力场景细节。有信息量的是「能调」这件事。</a:t>
            </a:r>
          </a:p>
          <a:p>
            <a:r>
              <a:t>⚠️ 别说成 persona vectors，那是另一篇。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说完停一下，问一句「这个是不是有点耳熟」，让老师自己接。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先问：你猜练下去会怎样？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说「瞎猜的水平」，不说「零」。</a:t>
            </a:r>
          </a:p>
          <a:p>
            <a:r>
              <a:t>背会和真会之间隔着一道坎。内部发生的事：从「记住每道题的答案」变成「找到了那条规律」。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说完停。带毕业班的老师听到这儿自己会有反应，不用替他们说。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做法：往中间层直接注入一个概念的向量，然后问它「你现在有没有察觉到什么」。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是 Claude Opus 4 和 4.1，不是「最强的模型」。</a:t>
            </a:r>
          </a:p>
          <a:p>
            <a:r>
              <a:t>⚠️ 20% 的前提是研究者挑好了注入的层和强度。论文自己写「失败才是常态」。</a:t>
            </a:r>
          </a:p>
          <a:p>
            <a:r>
              <a:t>但 0 假阳性说明它不乱报——那 20% 是真的偶尔看见了。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下一页：让它算 36 + 59。先问老师「你猜它心里是怎么算的」。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让老师答一两句，多半会说「跟我们一样列竖式」。然后翻下一页。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缺的那部分用一个说得通的故事补上。人也这样，心理学叫虚构。</a:t>
            </a:r>
          </a:p>
          <a:p>
            <a:r>
              <a:t>注意：答案是对的，错的是它对自己过程的描述。这点要说清楚，不然老师会以为它算错了。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Gazzaniga &amp; LeDoux 1978，左脑解释器。</a:t>
            </a:r>
          </a:p>
          <a:p>
            <a:r>
              <a:t>⚠️ 被试不是正常人，是上世纪治重度癫痫切断胼胝体的病人，前后就十几个。日常看着完全正常，只是两半球之间不通消息。</a:t>
            </a:r>
          </a:p>
          <a:p>
            <a:r>
              <a:t>⚠️ 不是「一只眼看一样」——每只眼睛的左半视野都进右脑、右半视野都进左脑，分的是画面的左右两半。闪约 150 毫秒，来不及转眼球。</a:t>
            </a:r>
          </a:p>
          <a:p>
            <a:r>
              <a:t>⚠️ 正常人做这个测不出来：右脑看到雪景，立刻通过胼胝体告诉左脑，照样说得出。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别让老师以为「这是病人的怪事」。会说话的那部分替不会说话的那部分编理由，这件事一直在发生。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这条收在 AI 上就行，后半句老师自己会想到。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不下结论 AGI 几年到。说「顺序」比说「时间」靠谱。</a:t>
            </a:r>
          </a:p>
          <a:p>
            <a:r>
              <a:t>反面：有一派想跳过语言从零认识世界——没文化的人行一万里也只是换个地方发呆。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Code、Codex 这类东西。下一页开始现场演示。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不现场演示，直接讲。</a:t>
            </a:r>
          </a:p>
          <a:p>
            <a:r>
              <a:t>可以问一句：「你们平时是哪种说法？」</a:t>
            </a:r>
          </a:p>
          <a:p>
            <a:r>
              <a:t>若有老师想看真实结果，可用手机现场试一句，但别指望投屏。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这是提示词的全部秘密。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复现的模型：GPT-3.5、GPT-4o、Gemini、Claude、Llama。变差的包括当时最强的 GPT-4（80.75→78.96）。</a:t>
            </a:r>
          </a:p>
          <a:p>
            <a:r>
              <a:t>⚠️ 别跟 1.3 ① 混：①是往内部注入向量，硬证据；这里否掉的是「随口加句话就能提分」。</a:t>
            </a:r>
          </a:p>
          <a:p>
            <a:r>
              <a:t>时间紧就跳过这页。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各种指标全对，唯一不对的是最终画面。之后 AI 自己从第 0 层重做，要求每一层和原版一个数都不差，一天推完六十块。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两年后所有人都是「管 AI 的经理人」，差别只在指挥和验收的能力。</a:t>
            </a:r>
          </a:p>
          <a:p>
            <a:r>
              <a:t>★ 若老师问「学生用 AI 写作业怎么办」，可答：让他当堂讲一遍。但别主动讲这条。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教这件事没被替代，只是对象多了一个。跟带新班一样，第一节课定调。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那些叠衣服、递水杯的演示视频：训练集里密度最高的几个动作，换个杯子形状就要重采一批数据。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这个悖论给上一页那个立场提供了学界公认的说法。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原话大意：让计算机在智力测验或下棋上达到成人水平相对容易，但要让它有一岁小孩的感知和行动能力，极难甚至做不到。</a:t>
            </a:r>
          </a:p>
          <a:p>
            <a:r>
              <a:t>为什么：感知运动能力被打磨了几亿年，用起来不费力所以显得「简单」；抽象推理是最近几万年才有的，还很生涩，反而显得「高级」。</a:t>
            </a:r>
          </a:p>
          <a:p>
            <a:r>
              <a:t>**我们对难易的判断，是被自己的内省骗了。**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三个版本别混：OSWorld 原版 / OSWorld-Verified（现在的通用口径）/ OSWorld 2.0（另一套协议）。</a:t>
            </a:r>
          </a:p>
          <a:p>
            <a:r>
              <a:t>86% 是 Verified，72.6% 是 2.0。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老师听到这里会放心：AI 在屏幕里很强，出屏幕很弱。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老师日常备课，DeepSeek、豆包、Kimi 都够，不用追最新。</a:t>
            </a:r>
          </a:p>
          <a:p>
            <a:r>
              <a:t>★ 看气氛：国产模型不防「AI 有想法」、防政治敏感词；美国模型反过来。不合适就跳。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回到开场老师的那两三个回答，用讲过的机制各解释一句。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说完就停，不加「对学生也一样」——在座的都想得到。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8308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8FAFC"/>
                </a:solidFill>
                <a:latin typeface="Microsoft YaHei"/>
              </a:rPr>
              <a:t>AI 这两年到底发生了什么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94A3B8"/>
                </a:solidFill>
                <a:latin typeface="Microsoft YaHei"/>
              </a:rPr>
              <a:t>一个程序员和 AI 相处两年的笔记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靳岩岩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DE047"/>
                </a:solidFill>
                <a:latin typeface="Microsoft YaHei"/>
              </a:rPr>
              <a:t>你们上周用 AI</a:t>
            </a:r>
          </a:p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DE047"/>
                </a:solidFill>
                <a:latin typeface="Microsoft YaHei"/>
              </a:rPr>
              <a:t>干了什么？出过什么错？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收两三个回答，后面讲机制时回头接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F8FAFC"/>
                </a:solidFill>
                <a:latin typeface="Microsoft YaHei"/>
              </a:rPr>
              <a:t>AI 是一个</a:t>
            </a:r>
          </a:p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F8FAFC"/>
                </a:solidFill>
                <a:latin typeface="Microsoft YaHei"/>
              </a:rPr>
              <a:t>每天早上重新出生的天才儿童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5EEAD4"/>
                </a:solidFill>
                <a:latin typeface="Microsoft YaHei"/>
              </a:rPr>
              <a:t>读过全人类的书　·　没有身体　·　记不住昨天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第一线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它是怎么学的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大语言模型 → 多模态 → AGI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1.1　它只学了一件事：猜下一个词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把互联网上的文字全读一遍，练到能接下句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像背课文背到能接龙，区别是它背了整个图书馆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1.1　由此得到两个性质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3C5FD"/>
                </a:solidFill>
                <a:latin typeface="Microsoft YaHei"/>
              </a:rPr>
              <a:t>性格是筛出来的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训练数据不是全人类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是「会写字、发到网上、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还过了质量筛选」的那群人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5156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所以它天然好奇、爱表达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不是设计的，是筛的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它没有身体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所有概念从字里长出来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不是从手上摸出来的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58368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能推导不存在的物理定律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却不知道羽毛掉地上不会碎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幻觉不是撒谎，是一个没有身体的东西在真诚地乱讲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1.2　图和字进了同一个脑子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看图、听声音，进了同一个模型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它们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共享结构，但不共享坐标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能互相翻译，翻译会丢东西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四个反直觉的实验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全场最该记住的一段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① 它内部有类似情绪的东西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而且能调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Anthropic，2026 年 4 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① 往内部注入一个方向，行为就变了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94A3B8"/>
                </a:solidFill>
                <a:latin typeface="Microsoft YaHei"/>
              </a:rPr>
              <a:t>22%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基线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799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87171"/>
                </a:solidFill>
                <a:latin typeface="Microsoft YaHei"/>
              </a:rPr>
              <a:t>72%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799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注入「绝望」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148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292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注入「平静」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注入幅度只有 0.05　—　轻轻拨一下旋钮，行为就翻倍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模型内部有一组可测量、可调节的状态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功能上跟情绪一样：状态在前，行为在后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② 反复学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某一刻突然就会了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OpenAI，2022 年，这个现象叫 grokking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② 训练成绩和测试成绩，差了三个数量级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93C5FD"/>
                </a:solidFill>
                <a:latin typeface="Microsoft YaHei"/>
              </a:rPr>
              <a:t>1 千步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训练题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全背下来了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799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94A3B8"/>
                </a:solidFill>
                <a:latin typeface="Microsoft YaHei"/>
              </a:rPr>
              <a:t>10 万步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799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测试成绩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还在瞎猜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148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292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A3E635"/>
                </a:solidFill>
                <a:latin typeface="Microsoft YaHei"/>
              </a:rPr>
              <a:t>100 万步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突然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就会了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任务是「模 97 的除法」，瞎猜大概 1%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「看起来一直没进步」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和「其实没进步」，是两回事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前提是还在练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③ 它偶尔能看见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自己在想什么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Anthropic，2025 年 10 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③ 察觉得到，但很不可靠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20%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能察觉到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被注入的概念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19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93C5FD"/>
                </a:solidFill>
                <a:latin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不注入时的假阳性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（100 次里）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而且是在它把那个词说出口之前就报告的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④ 但它看不全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看不全的部分就编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同一批研究，2025 年 3 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36 + 59 =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先问一句：你猜它心里是怎么算的？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④ 算 36 + 59 时，它实际在做的　vs　它嘴上说的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内部实际的路径（研究者看到的）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一路算大概齐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四十上下 ＋ 六十上下 → 九十几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另一路只盯个位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6 ＋ 9 → 末位是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两路一合 → 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它嘴上说的（问它怎么算的）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「个位 6 加 9 得 15，进一位；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十位 3 加 5 加 1 得 9；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所以是 95」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58368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—— 答案对，过程是假的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这是网上到处都有的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竖式加法标准答案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不是撒谎：它对自己的中间过程只有很有限的访问权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④ 人也这样：裂脑人实验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被试是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切断了胼胝体的癫痫病人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——两个半球不通消息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盯住屏幕正中，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左半边闪雪景，右半边闪鸡爪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左手（右脑管）选了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铁锹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，右手（左脑管）选了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问他为什么选铁锹——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只有左脑会说话，而左脑没看见雪景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于是它现编了一个：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「鸡爪配鸡，清理鸡舍需要铁锹」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正常人也是各半球各干各的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只是随时通消息，所以你察觉不到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裂脑人只是把这层遮蔽掀开了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要判断它会不会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得看它做出来的东西，不能只听它解释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这四件事人身上都有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只是它的分辨率低得多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所以「每天重新出生的天才儿童」不是比喻上的方便，是真能用来预测它的行为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1.4　AGI 什么时候来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世界模型早就在它脑子里了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缺的是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带着问题去跟现实对质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现在的 AI 是读了万卷书没出过门的书生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读书在前，行路在后，顺序不能反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第二线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它开始自己干活了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工具调用 → 智能体框架 → 未来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2.1　第一步：它会调工具了（2024）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能在回答里插一句「我要查一下天气」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系统去查了，再把结果给它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从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只会说</a:t>
            </a:r>
            <a:r>
              <a:rPr sz="2400" b="0">
                <a:solidFill>
                  <a:srgbClr val="F8FAFC"/>
                </a:solidFill>
                <a:latin typeface="Microsoft YaHei"/>
              </a:rPr>
              <a:t>到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会动手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此时它一次只做一件事，做完就停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2.2　第二步：它能自己跑几个小时了（2025–2026）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给一个目标，它自己拆任务、写代码、跑测试、看结果、改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循环几百次，中间不用人管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同一个需求，两种说法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粗着说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「帮我做一节课的课件」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5156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它只能猜：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什么科目？什么年级？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多长时间？讲到哪一步？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→ 给你一份放之四海的空壳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细着说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「高一物理，牛顿第二定律，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45 分钟，三个环节，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每个环节配一道题，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题目难度递增」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58368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→ 给你一份能直接改改就用的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AI 干活的质量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等于你说话的粒度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网上那些「7 种提示词模板」，都是这一句的变体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★ 顺带破一个流传很广的说法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有个提示词咒语很火：加一句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「这对我的职业生涯很重要」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出处是 2023 年一篇论文，宣称某个测试上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提升 115%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2024 年有人系统复现：几乎没有统计显著的效果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那个 115% 是挑每个任务最好的一句算的，取平均只有 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原论文自己的表格里，六个模型有三个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反而变差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管用的是把要求说清楚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不是加咒语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2.3　上周的真事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让 AI 把一个显卡的神经网络移植到另一家显卡上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AI 干了三天，写了三千行工作日志，周五说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「跑通了」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周日凌晨我进游戏一看——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画面根本没变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查下来：一个标记位没设，所有结果每帧都算了、每帧都被扔了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2.3　从这件事抽出来的两句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3C5FD"/>
                </a:solidFill>
                <a:latin typeface="Microsoft YaHei"/>
              </a:rPr>
              <a:t>协作没了，剩下指挥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以前这活要四五个人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加一个项目经理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现在是一个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加一个人的两个判断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59E0B"/>
                </a:solidFill>
                <a:latin typeface="Microsoft YaHei"/>
              </a:rPr>
              <a:t>过程指标和结果打架，信结果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AI 说「完成了」不算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日志说「执行了」不算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</a:rPr>
              <a:t>屏幕上的画面算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2.4　它记不住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每次对话都是新的一天，它不记得上次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要么你替它记（笔记、文档、知识库）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要么每次重新教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你第一句话怎么说，决定它调出哪一套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第三线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给它一个身体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比大家想的远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3.1　一个立场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现在机器人的路线是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先造身体再装脑子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我认为顺序反了：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先有脑子，再由脑子决定要什么身体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进化用四十亿年让脑子和身体互相适应，工程想跳过这一步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莫拉维克悖论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Hans Moravec，1988 年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为什么点鼠标比解物理题难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300984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我们以为的难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下棋、证明定理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127248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解方程、写论文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94176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261104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→ 对 AI 反而</a:t>
            </a:r>
            <a:r>
              <a:rPr sz="1800" b="1">
                <a:solidFill>
                  <a:srgbClr val="F8FAFC"/>
                </a:solidFill>
                <a:latin typeface="Microsoft YaHei"/>
              </a:rPr>
              <a:t>容易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120640" cy="3300984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我们以为的简单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认出一张脸、走路不摔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127248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把杯子从桌上拿起来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94176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583680" y="4261104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→ 对 AI 反而</a:t>
            </a:r>
            <a:r>
              <a:rPr sz="1800" b="1">
                <a:solidFill>
                  <a:srgbClr val="F8FAFC"/>
                </a:solidFill>
                <a:latin typeface="Microsoft YaHei"/>
              </a:rPr>
              <a:t>极难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85232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莫拉维克的解释：感知和运动被自然选择磨了几亿年，久到沉进了硬件里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3.2　证据：让它操作电脑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这是机器人的最简版：二维、传感器完美、错了能撤销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有个标准测试叫 OSWorld，让 AI 直接操作一台真电脑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3.2　换个难度就掉十三个点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86%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修正版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人类基线约 72%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19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87171"/>
                </a:solidFill>
                <a:latin typeface="Microsoft YaHei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更难的版本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每题两百多步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说明它还没真学会，是在题型里熟练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7171"/>
                </a:solidFill>
                <a:latin typeface="Microsoft YaHei"/>
              </a:rPr>
              <a:t>一个人三十秒能做完的排版操作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7171"/>
                </a:solidFill>
                <a:latin typeface="Microsoft YaHei"/>
              </a:rPr>
              <a:t>它要花十二分钟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这么好的条件都这样，三维、传感器带噪、摔坏了不能撤销的版本，远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8FAFC"/>
                </a:solidFill>
                <a:latin typeface="Microsoft YaHei"/>
              </a:rPr>
              <a:t>最近两个月的四个模型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389888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一句定位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对你意味着什么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Kimi K3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（月之暗面，7 月）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国产开源里最大的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权重公开可下载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学校要私有部署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数据不出校，是现实选项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GLM-5.3-Flash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（智谱，8 月底）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名字像小份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实际是新底座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国产几家在互相抄作业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而且抄得快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Claude Fable 5.1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（Anthropic）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写代码和长文最稳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管得也最严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干正经活首选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但国内用不方便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GPT-6 Astra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（OpenAI，9 月）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上周干活的那个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一天推六十块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最能自己跑的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适合长任务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DE047"/>
                </a:solidFill>
                <a:latin typeface="Microsoft YaHei"/>
              </a:rPr>
              <a:t>四家水平已经拉平，差别在性格，选哪个看你干什么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三句话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如果只记三句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1　它读过所有书，但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没出过门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，常识会错，编的东西是真诚的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2　它能自己干活了，但需要有人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说清楚要什么、并且看最终结果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3　教这件事没消失，只是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对象多了一个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要判断它会不会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得看它做出来的东西，不能只听它解释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8FAFC"/>
                </a:solidFill>
                <a:latin typeface="Microsoft YaHei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5EEAD4"/>
                </a:solidFill>
                <a:latin typeface="Microsoft YaHei"/>
              </a:rPr>
              <a:t>靳岩岩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94A3B8"/>
                </a:solidFill>
                <a:latin typeface="Microsoft YaHei"/>
              </a:rPr>
              <a:t>（此处放公众号二维码）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